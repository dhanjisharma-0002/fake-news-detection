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-922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1540"/>
          </a:solidFill>
          <a:ln w="12700">
            <a:solidFill>
              <a:srgbClr val="0D1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73152" cy="514350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45720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45720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45720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05156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05156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05156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64592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64592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64592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224028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224028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2240280"/>
            <a:ext cx="91440" cy="91440"/>
          </a:xfrm>
          <a:prstGeom prst="ellipse">
            <a:avLst/>
          </a:prstGeom>
          <a:solidFill>
            <a:srgbClr val="1A2A6C"/>
          </a:solidFill>
          <a:ln w="12700">
            <a:solidFill>
              <a:srgbClr val="1A2A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097280"/>
            <a:ext cx="1097280" cy="64008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2344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65760" y="20116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5029200" cy="4572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317" y="290779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&amp; NLP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675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Dhananjay</a:t>
            </a: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smtClean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 and </a:t>
            </a:r>
            <a:r>
              <a:rPr lang="en-US" sz="1800" b="1" dirty="0" err="1" smtClean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1234440" cy="292608"/>
          </a:xfrm>
          <a:prstGeom prst="rect">
            <a:avLst/>
          </a:prstGeom>
          <a:solidFill>
            <a:srgbClr val="1A2A6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60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7360" y="4160520"/>
            <a:ext cx="1234440" cy="292608"/>
          </a:xfrm>
          <a:prstGeom prst="rect">
            <a:avLst/>
          </a:prstGeom>
          <a:solidFill>
            <a:srgbClr val="1A2A6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0" y="4160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4160520"/>
            <a:ext cx="1234440" cy="292608"/>
          </a:xfrm>
          <a:prstGeom prst="rect">
            <a:avLst/>
          </a:prstGeom>
          <a:solidFill>
            <a:srgbClr val="1A2A6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4160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4160520"/>
            <a:ext cx="1234440" cy="292608"/>
          </a:xfrm>
          <a:prstGeom prst="rect">
            <a:avLst/>
          </a:prstGeom>
          <a:solidFill>
            <a:srgbClr val="1A2A6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416052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87552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spreads rapidly through social media platforms, creating confusion and misinformation. Verifying every news article manually is time-consuming and impractical — making an automated, intelligent detection system the need of the hour.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269748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11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" y="2697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Spread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09067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travels 6x faster than real news on social media platforms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72968" y="192024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920240"/>
            <a:ext cx="269748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2011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64408" y="2697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Slowness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309067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fact-checkers cannot keep pace with hundreds of daily stories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71616" y="192024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920240"/>
            <a:ext cx="269748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71616" y="201168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63056" y="269748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Gap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8776" y="3090672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simple, accessible tool exists for common users to verify news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This project solves the problem using Python · Flask · Machine Learning · NLP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Detection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identify fake and real news without human intervention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005840"/>
            <a:ext cx="41148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1430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1764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Misinformation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21031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avoid believing and sharing incorrect information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546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1148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Accurate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near-instant predictions with high accuracy rates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017520"/>
            <a:ext cx="41148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1546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75488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00600" y="41148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user-friendly Flask-based interface accessible to all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" cy="114300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005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05840"/>
            <a:ext cx="201168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207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6432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005840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05840"/>
            <a:ext cx="201168" cy="1143000"/>
          </a:xfrm>
          <a:prstGeom prst="rect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207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64224" y="1572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04288"/>
            <a:ext cx="201168" cy="1143000"/>
          </a:xfrm>
          <a:prstGeom prst="rect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2304288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304288"/>
            <a:ext cx="201168" cy="1143000"/>
          </a:xfrm>
          <a:prstGeom prst="rect">
            <a:avLst/>
          </a:prstGeom>
          <a:solidFill>
            <a:srgbClr val="F89939"/>
          </a:solidFill>
          <a:ln w="12700">
            <a:solidFill>
              <a:srgbClr val="F899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56432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9904" y="2304288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304288"/>
            <a:ext cx="201168" cy="114300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25054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64224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02736"/>
            <a:ext cx="201168" cy="1143000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03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82112" y="3602736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3602736"/>
            <a:ext cx="201168" cy="1143000"/>
          </a:xfrm>
          <a:prstGeom prst="rect">
            <a:avLst/>
          </a:prstGeom>
          <a:solidFill>
            <a:srgbClr val="563D7C"/>
          </a:solidFill>
          <a:ln w="12700">
            <a:solidFill>
              <a:srgbClr val="563D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3803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56432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9904" y="3602736"/>
            <a:ext cx="2697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9904" y="3602736"/>
            <a:ext cx="201168" cy="11430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380390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64224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96012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960120"/>
            <a:ext cx="109728" cy="621792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438912" cy="438912"/>
          </a:xfrm>
          <a:prstGeom prst="ellipse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1490472"/>
            <a:ext cx="36576" cy="24688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99669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27101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article text entered by user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73736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0" y="1737360"/>
            <a:ext cx="10972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82880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1828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2267712"/>
            <a:ext cx="36576" cy="24688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77393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20482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· Remove punctuation · Stopwords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251460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0" y="2514600"/>
            <a:ext cx="109728" cy="62179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06040"/>
            <a:ext cx="438912" cy="43891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606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3044952"/>
            <a:ext cx="36576" cy="24688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25511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Extraction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282549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converted to numerical feature vectors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329184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0" y="3291840"/>
            <a:ext cx="109728" cy="6217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383280"/>
            <a:ext cx="438912" cy="43891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383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" y="3822192"/>
            <a:ext cx="36576" cy="24688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332841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011680" y="360273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classifies the article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0" y="4069080"/>
            <a:ext cx="5486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0" y="4069080"/>
            <a:ext cx="109728" cy="62179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160520"/>
            <a:ext cx="438912" cy="438912"/>
          </a:xfrm>
          <a:prstGeom prst="ellipse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160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011680" y="410565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011680" y="4379976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 News  or  ❌ Fake News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3840480" cy="530352"/>
          </a:xfrm>
          <a:prstGeom prst="rect">
            <a:avLst/>
          </a:prstGeom>
          <a:solidFill>
            <a:srgbClr val="E8EDF8"/>
          </a:solidFill>
          <a:ln w="635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356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4356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&amp; Real News CSV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574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05740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labelled records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60904"/>
            <a:ext cx="3840480" cy="530352"/>
          </a:xfrm>
          <a:prstGeom prst="rect">
            <a:avLst/>
          </a:prstGeom>
          <a:solidFill>
            <a:srgbClr val="E8EDF8"/>
          </a:solidFill>
          <a:ln w="635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7919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6791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(Title · Text · Label)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3840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0098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3009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 /  REAL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04488"/>
            <a:ext cx="3840480" cy="530352"/>
          </a:xfrm>
          <a:prstGeom prst="rect">
            <a:avLst/>
          </a:prstGeom>
          <a:solidFill>
            <a:srgbClr val="E8EDF8"/>
          </a:solidFill>
          <a:ln w="635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2277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92277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· 20% Testing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1728" y="1444752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444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142646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60934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text to lowercase for uniformity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2066544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066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04825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Punct.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23113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punctuation &amp; special characters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81728" y="2688336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267004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285292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common words (the, is, at...)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81728" y="3310128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310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329184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347472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individual words/tokens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81728" y="3931920"/>
            <a:ext cx="274320" cy="2743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0" y="39136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0" y="409651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their root form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ML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TF-IDF?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(Term Frequency–Inverse Document Frequency) converts raw text into numerical feature vectors that Machine Learning models can understand.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146304" cy="1463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871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word importance across documents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990088"/>
            <a:ext cx="146304" cy="1463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626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from common words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465576"/>
            <a:ext cx="146304" cy="1463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43814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 fast to compute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941064"/>
            <a:ext cx="146304" cy="14630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91363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classification accuracy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4114800" cy="868680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Selected — Best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4231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lower accuracy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4290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Aggressive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streaming data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462272"/>
            <a:ext cx="4114800" cy="347472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462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.pkl file using Pickle library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Flask Web Application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417320"/>
            <a:ext cx="457200" cy="4572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6184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Fake &amp; Real CSV files using Pandas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039112"/>
            <a:ext cx="457200" cy="4572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039112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24028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 and normalize the 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660904"/>
            <a:ext cx="457200" cy="4572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660904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8620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vectorizer and transform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282696"/>
            <a:ext cx="457200" cy="4572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8680" y="328269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48386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 on training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904488"/>
            <a:ext cx="457200" cy="45720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904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3904488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41056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using Pickle for web app reuse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96012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96012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74920" y="141732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162763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Minimal, responsive news input form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63440" y="203911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74920" y="203911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74920" y="22494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within milliseconds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26609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74920" y="2660904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4920" y="28712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Bootstrap design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63440" y="32826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074920" y="3282696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74920" y="349300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model — no training delay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663440" y="390448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74920" y="390448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74920" y="411480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 or cloud server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&amp;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7548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754880" cy="347472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Fake News Detector — Web Interface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4389120" cy="256032"/>
          </a:xfrm>
          <a:prstGeom prst="rect">
            <a:avLst/>
          </a:prstGeom>
          <a:solidFill>
            <a:srgbClr val="E8EDF8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447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News Article Here...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4389120" cy="1325880"/>
          </a:xfrm>
          <a:prstGeom prst="rect">
            <a:avLst/>
          </a:prstGeom>
          <a:solidFill>
            <a:srgbClr val="E8EDF8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01368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"Breaking: Scientists confirm major discovery that challenges existing theories about climate change. Independent verification pending from multiple research institutes..."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0" y="3200400"/>
            <a:ext cx="1645920" cy="365760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Predict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2057400" cy="914400"/>
          </a:xfrm>
          <a:prstGeom prst="rect">
            <a:avLst/>
          </a:prstGeom>
          <a:solidFill>
            <a:srgbClr val="E8F8EF"/>
          </a:solidFill>
          <a:ln w="254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749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8920" y="3703320"/>
            <a:ext cx="2057400" cy="914400"/>
          </a:xfrm>
          <a:prstGeom prst="rect">
            <a:avLst/>
          </a:prstGeom>
          <a:solidFill>
            <a:srgbClr val="FDECEA"/>
          </a:solidFill>
          <a:ln w="25400">
            <a:solidFill>
              <a:srgbClr val="E8303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88920" y="37490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88920" y="41605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212080" y="960120"/>
            <a:ext cx="36576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960120"/>
            <a:ext cx="36576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44475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90–98%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5303520" y="22677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03520" y="2651760"/>
            <a:ext cx="1627632" cy="804672"/>
          </a:xfrm>
          <a:prstGeom prst="rect">
            <a:avLst/>
          </a:prstGeom>
          <a:solidFill>
            <a:srgbClr val="E8EDF8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6517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31272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9168" y="2651760"/>
            <a:ext cx="1627632" cy="804672"/>
          </a:xfrm>
          <a:prstGeom prst="rect">
            <a:avLst/>
          </a:prstGeom>
          <a:solidFill>
            <a:srgbClr val="E8EDF8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265176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59168" y="31272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611880"/>
            <a:ext cx="1627632" cy="804672"/>
          </a:xfrm>
          <a:prstGeom prst="rect">
            <a:avLst/>
          </a:prstGeom>
          <a:solidFill>
            <a:srgbClr val="E8EDF8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61188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0.93+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408736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59168" y="3611880"/>
            <a:ext cx="1627632" cy="804672"/>
          </a:xfrm>
          <a:prstGeom prst="rect">
            <a:avLst/>
          </a:prstGeom>
          <a:solidFill>
            <a:srgbClr val="E8EDF8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361188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059168" y="408736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54864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Advantages, Limitations &amp; Future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" y="146304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4356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automated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" y="210312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0756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Easy-to-use web interface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" y="274320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7157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spread of misinformation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" y="338328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large datasets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" y="402336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995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technical knowledge needed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64992" y="146304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14356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tied to data quality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64992" y="210312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20756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fake patterns undetected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64992" y="274320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27157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periodic retraining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64992" y="338328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at present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64992" y="4023360"/>
            <a:ext cx="146304" cy="14630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3995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Context/satire may be misread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960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36792" y="146304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56248" y="14356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Transformer models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210312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20756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API integration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36792" y="274320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56248" y="27157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36792" y="338328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fact checking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36792" y="4023360"/>
            <a:ext cx="146304" cy="14630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3995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plugin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286000" cy="4572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777240"/>
          </a:xfrm>
          <a:prstGeom prst="rect">
            <a:avLst/>
          </a:prstGeom>
          <a:solidFill>
            <a:srgbClr val="0D1540"/>
          </a:solidFill>
          <a:ln w="12700">
            <a:solidFill>
              <a:srgbClr val="1A2A6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64008" cy="77724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4241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0424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E8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716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Fake News Detection system using ML and NLP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8503920" cy="777240"/>
          </a:xfrm>
          <a:prstGeom prst="rect">
            <a:avLst/>
          </a:prstGeom>
          <a:solidFill>
            <a:srgbClr val="0D1540"/>
          </a:solidFill>
          <a:ln w="12700">
            <a:solidFill>
              <a:srgbClr val="1A2A6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38528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5681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19568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2860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TF-IDF features — 90-98% accuracy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8503920" cy="777240"/>
          </a:xfrm>
          <a:prstGeom prst="rect">
            <a:avLst/>
          </a:prstGeom>
          <a:solidFill>
            <a:srgbClr val="0D1540"/>
          </a:solidFill>
          <a:ln w="12700">
            <a:solidFill>
              <a:srgbClr val="1A2A6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64008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28712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2004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interface for real-time user predictions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8503920" cy="777240"/>
          </a:xfrm>
          <a:prstGeom prst="rect">
            <a:avLst/>
          </a:prstGeom>
          <a:solidFill>
            <a:srgbClr val="0D1540"/>
          </a:solidFill>
          <a:ln w="12700">
            <a:solidFill>
              <a:srgbClr val="1A2A6C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767328"/>
            <a:ext cx="64008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8561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37856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41148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misinformation; scalable and easy to use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64008"/>
            <a:ext cx="2743200" cy="5015484"/>
          </a:xfrm>
          <a:prstGeom prst="rect">
            <a:avLst/>
          </a:prstGeom>
          <a:solidFill>
            <a:srgbClr val="0D1540"/>
          </a:solidFill>
          <a:ln w="12700">
            <a:solidFill>
              <a:srgbClr val="0D1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64008"/>
            <a:ext cx="64008" cy="50154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14800" cy="45720"/>
          </a:xfrm>
          <a:prstGeom prst="rect">
            <a:avLst/>
          </a:prstGeom>
          <a:solidFill>
            <a:srgbClr val="E8303A"/>
          </a:solidFill>
          <a:ln w="12700">
            <a:solidFill>
              <a:srgbClr val="E83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Dhananjay Sharma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System  |  </a:t>
            </a:r>
            <a:r>
              <a:rPr lang="en-US" sz="1200" i="1" dirty="0" smtClean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</a:t>
            </a:r>
            <a:r>
              <a:rPr lang="en-US" sz="1200" i="1" dirty="0" smtClean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2286000" cy="502920"/>
          </a:xfrm>
          <a:prstGeom prst="rect">
            <a:avLst/>
          </a:prstGeom>
          <a:solidFill>
            <a:srgbClr val="132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914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2286000" cy="502920"/>
          </a:xfrm>
          <a:prstGeom prst="rect">
            <a:avLst/>
          </a:prstGeom>
          <a:solidFill>
            <a:srgbClr val="132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45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2377440"/>
            <a:ext cx="2286000" cy="502920"/>
          </a:xfrm>
          <a:prstGeom prst="rect">
            <a:avLst/>
          </a:prstGeom>
          <a:solidFill>
            <a:srgbClr val="132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377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3108960"/>
            <a:ext cx="2286000" cy="502920"/>
          </a:xfrm>
          <a:prstGeom prst="rect">
            <a:avLst/>
          </a:prstGeom>
          <a:solidFill>
            <a:srgbClr val="132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108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840480"/>
            <a:ext cx="2286000" cy="502920"/>
          </a:xfrm>
          <a:prstGeom prst="rect">
            <a:avLst/>
          </a:prstGeom>
          <a:solidFill>
            <a:srgbClr val="1320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728</Words>
  <Application>Microsoft Office PowerPoint</Application>
  <PresentationFormat>On-screen Show (16:9)</PresentationFormat>
  <Paragraphs>220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 System</dc:title>
  <dc:subject>PptxGenJS Presentation</dc:subject>
  <dc:creator>PptxGenJS</dc:creator>
  <cp:lastModifiedBy>DELL</cp:lastModifiedBy>
  <cp:revision>2</cp:revision>
  <dcterms:created xsi:type="dcterms:W3CDTF">2026-06-02T06:06:35Z</dcterms:created>
  <dcterms:modified xsi:type="dcterms:W3CDTF">2026-06-02T06:12:09Z</dcterms:modified>
</cp:coreProperties>
</file>